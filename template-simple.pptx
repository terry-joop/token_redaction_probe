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yunseob" initials="H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>
          <a:schemeClr val="tx1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FD4443E-F989-4FC4-A0C8-D5A2AF1F390B}" styleName="어두운 스타일 1 - 강조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TxStyle/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208" autoAdjust="0"/>
  </p:normalViewPr>
  <p:slideViewPr>
    <p:cSldViewPr snapToGrid="0">
      <p:cViewPr varScale="1">
        <p:scale>
          <a:sx n="65" d="100"/>
          <a:sy n="65" d="100"/>
        </p:scale>
        <p:origin x="342" y="78"/>
      </p:cViewPr>
      <p:guideLst>
        <p:guide orient="horz" pos="2159"/>
        <p:guide pos="3839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15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 dirty="0">
              <a:latin typeface="KoPub돋움체 Bold"/>
              <a:ea typeface="KoPub돋움체 Bold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F26B1C48-1AC7-4A21-BFDC-D2872BBF7C94}" type="datetime1">
              <a:rPr lang="ko-KR" altLang="en-US" smtClean="0">
                <a:latin typeface="KoPub돋움체 Bold"/>
                <a:ea typeface="KoPub돋움체 Bold"/>
              </a:rPr>
              <a:t>2026-07-16</a:t>
            </a:fld>
            <a:endParaRPr lang="ko-KR" altLang="en-US" dirty="0">
              <a:latin typeface="KoPub돋움체 Bold"/>
              <a:ea typeface="KoPub돋움체 Bold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altLang="ko-KR" dirty="0">
                <a:latin typeface="KoPub돋움체 Bold"/>
                <a:ea typeface="KoPub돋움체 Bold"/>
              </a:rPr>
              <a:t>test1</a:t>
            </a:r>
            <a:endParaRPr lang="ko-KR" altLang="en-US" dirty="0">
              <a:latin typeface="KoPub돋움체 Bold"/>
              <a:ea typeface="KoPub돋움체 Bold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47379388-DCD0-43E7-A6E6-9B9B918CB1F6}" type="slidenum">
              <a:rPr lang="ko-KR" altLang="en-US" smtClean="0">
                <a:latin typeface="KoPub돋움체 Bold"/>
                <a:ea typeface="KoPub돋움체 Bold"/>
              </a:rPr>
              <a:t>‹#›</a:t>
            </a:fld>
            <a:endParaRPr lang="ko-KR" altLang="en-US" dirty="0">
              <a:latin typeface="KoPub돋움체 Bold"/>
              <a:ea typeface="KoPub돋움체 Bold"/>
            </a:endParaRPr>
          </a:p>
        </p:txBody>
      </p:sp>
    </p:spTree>
    <p:extLst>
      <p:ext uri="{BB962C8B-B14F-4D97-AF65-F5344CB8AC3E}">
        <p14:creationId xmlns:p14="http://schemas.microsoft.com/office/powerpoint/2010/main" val="51596162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Bold"/>
                <a:ea typeface="KoPub돋움체 Bold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Bold"/>
                <a:ea typeface="KoPub돋움체 Bold"/>
              </a:defRPr>
            </a:lvl1pPr>
          </a:lstStyle>
          <a:p>
            <a:pPr lvl="0"/>
            <a:fld id="{4B04E30A-3B5A-48D2-A590-9925EDD8D1EA}" type="datetime1">
              <a:rPr lang="ko-KR" altLang="en-US" smtClean="0"/>
              <a:pPr lvl="0"/>
              <a:t>2026-07-16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Bold"/>
                <a:ea typeface="KoPub돋움체 Bold"/>
              </a:defRPr>
            </a:lvl1pPr>
          </a:lstStyle>
          <a:p>
            <a:pPr lvl="0"/>
            <a:r>
              <a:rPr lang="en-US" altLang="ko-KR" dirty="0"/>
              <a:t>test1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Bold"/>
                <a:ea typeface="KoPub돋움체 Bold"/>
              </a:defRPr>
            </a:lvl1pPr>
          </a:lstStyle>
          <a:p>
            <a:pPr lvl="0"/>
            <a:fld id="{317ABE7F-EA5C-4A4A-B5A1-77B20D8DE44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950225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Bold"/>
        <a:ea typeface="KoPub돋움체 Bold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돋움체 Bold"/>
        <a:ea typeface="KoPub돋움체 Bold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돋움체 Bold"/>
        <a:ea typeface="KoPub돋움체 Bold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돋움체 Bold"/>
        <a:ea typeface="KoPub돋움체 Bold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돋움체 Bold"/>
        <a:ea typeface="KoPub돋움체 Bold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>
            <a:extLst>
              <a:ext uri="{FF2B5EF4-FFF2-40B4-BE49-F238E27FC236}">
                <a16:creationId xmlns:a16="http://schemas.microsoft.com/office/drawing/2014/main" id="{6DD7CCB0-8A18-F969-85DC-BA81C522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1" y="1962550"/>
            <a:ext cx="8874909" cy="2066111"/>
          </a:xfrm>
        </p:spPr>
        <p:txBody>
          <a:bodyPr>
            <a:normAutofit/>
          </a:bodyPr>
          <a:lstStyle>
            <a:lvl1pPr>
              <a:defRPr sz="6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3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D65CA607-3F2F-40C4-F1A4-AB92872B35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75" b="18856"/>
          <a:stretch/>
        </p:blipFill>
        <p:spPr>
          <a:xfrm>
            <a:off x="5489096" y="5773960"/>
            <a:ext cx="2690711" cy="947234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75BB8E7-A4E7-933E-EC6B-765EC49F33C4}"/>
              </a:ext>
            </a:extLst>
          </p:cNvPr>
          <p:cNvSpPr/>
          <p:nvPr userDrawn="1"/>
        </p:nvSpPr>
        <p:spPr>
          <a:xfrm>
            <a:off x="337931" y="4081669"/>
            <a:ext cx="11516138" cy="119270"/>
          </a:xfrm>
          <a:prstGeom prst="roundRect">
            <a:avLst>
              <a:gd name="adj" fmla="val 48666"/>
            </a:avLst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Light" panose="00000300000000000000" pitchFamily="2" charset="-127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D7E412-859C-7433-BCED-388001D65DF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4343065"/>
            <a:ext cx="11515931" cy="946150"/>
          </a:xfrm>
        </p:spPr>
        <p:txBody>
          <a:bodyPr/>
          <a:lstStyle>
            <a:lvl1pPr marL="0" indent="0" algn="ctr">
              <a:buNone/>
              <a:defRPr baseline="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7" name="그림 6" descr="텍스트, 시계, 폰트, 스크린샷이(가) 표시된 사진&#10;&#10;자동 생성된 설명">
            <a:extLst>
              <a:ext uri="{FF2B5EF4-FFF2-40B4-BE49-F238E27FC236}">
                <a16:creationId xmlns:a16="http://schemas.microsoft.com/office/drawing/2014/main" id="{CF3F39D1-7EA2-FC4E-8CF3-0F925D7F21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619" y="5835408"/>
            <a:ext cx="3694533" cy="8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68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FC8111-9730-FF95-4204-6188F412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ABA4CE-298D-8E8E-E601-F800ADAF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F0BCB0-E255-A1BF-4578-297FAA32D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Light" panose="00000300000000000000" pitchFamily="2" charset="-127"/>
              </a:defRPr>
            </a:lvl1pPr>
          </a:lstStyle>
          <a:p>
            <a:pPr>
              <a:defRPr/>
            </a:pPr>
            <a:fld id="{D371AF04-DADD-482A-9C88-97CB803768A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3979AC7-E868-D5D0-E773-4A4EC50919EE}"/>
              </a:ext>
            </a:extLst>
          </p:cNvPr>
          <p:cNvGrpSpPr/>
          <p:nvPr userDrawn="1"/>
        </p:nvGrpSpPr>
        <p:grpSpPr>
          <a:xfrm>
            <a:off x="0" y="0"/>
            <a:ext cx="12192000" cy="3179482"/>
            <a:chOff x="0" y="0"/>
            <a:chExt cx="12112309" cy="3179482"/>
          </a:xfrm>
          <a:solidFill>
            <a:schemeClr val="accent2">
              <a:lumMod val="75000"/>
              <a:alpha val="60000"/>
            </a:schemeClr>
          </a:solidFill>
        </p:grpSpPr>
        <p:pic>
          <p:nvPicPr>
            <p:cNvPr id="1026" name="Picture 2" descr="dados neurais">
              <a:extLst>
                <a:ext uri="{FF2B5EF4-FFF2-40B4-BE49-F238E27FC236}">
                  <a16:creationId xmlns:a16="http://schemas.microsoft.com/office/drawing/2014/main" id="{0EFEEFB4-8A0D-8AF4-CB8D-0332C42DEC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364940" y="0"/>
              <a:ext cx="5747369" cy="3179482"/>
            </a:xfrm>
            <a:prstGeom prst="rect">
              <a:avLst/>
            </a:prstGeom>
            <a:grpFill/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8BDE564-FA0B-B0D8-D14D-5ED0C27585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0" y="0"/>
              <a:ext cx="6364940" cy="3179482"/>
            </a:xfrm>
            <a:prstGeom prst="rect">
              <a:avLst/>
            </a:prstGeom>
            <a:grpFill/>
          </p:spPr>
        </p:pic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25E72364-B400-D8C8-90E8-77116DBCBF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0776" y="3310964"/>
            <a:ext cx="11594353" cy="2907273"/>
          </a:xfrm>
        </p:spPr>
        <p:txBody>
          <a:bodyPr/>
          <a:lstStyle>
            <a:lvl1pPr>
              <a:defRPr baseline="0">
                <a:latin typeface="KoPubWorld돋움체 Bold" panose="00000800000000000000" pitchFamily="2" charset="-127"/>
              </a:defRPr>
            </a:lvl1pPr>
            <a:lvl2pPr>
              <a:defRPr baseline="0">
                <a:latin typeface="KoPubWorld돋움체 Bold" panose="00000800000000000000" pitchFamily="2" charset="-127"/>
              </a:defRPr>
            </a:lvl2pPr>
            <a:lvl3pPr>
              <a:defRPr baseline="0">
                <a:latin typeface="KoPubWorld돋움체 Bold" panose="00000800000000000000" pitchFamily="2" charset="-127"/>
              </a:defRPr>
            </a:lvl3pPr>
            <a:lvl4pPr>
              <a:defRPr baseline="0">
                <a:latin typeface="KoPubWorld돋움체 Bold" panose="00000800000000000000" pitchFamily="2" charset="-127"/>
              </a:defRPr>
            </a:lvl4pPr>
            <a:lvl5pPr>
              <a:defRPr baseline="0">
                <a:latin typeface="KoPubWorld돋움체 Bold" panose="000008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1033EDA-5236-75E0-AED0-4FC9F799DDF8}"/>
              </a:ext>
            </a:extLst>
          </p:cNvPr>
          <p:cNvSpPr/>
          <p:nvPr userDrawn="1"/>
        </p:nvSpPr>
        <p:spPr>
          <a:xfrm>
            <a:off x="11952" y="0"/>
            <a:ext cx="12192000" cy="3179482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Light" panose="00000300000000000000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25A37DE-392C-8BF9-60CE-D9918B1A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80" y="1955519"/>
            <a:ext cx="8516471" cy="12239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7566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사진">
            <a:extLst>
              <a:ext uri="{FF2B5EF4-FFF2-40B4-BE49-F238E27FC236}">
                <a16:creationId xmlns:a16="http://schemas.microsoft.com/office/drawing/2014/main" id="{C5E8F99F-F9A2-AD59-5429-E6F1323548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C1B18B10-BCA1-00AA-0A74-07F06EF16AC1}"/>
              </a:ext>
            </a:extLst>
          </p:cNvPr>
          <p:cNvSpPr/>
          <p:nvPr userDrawn="1"/>
        </p:nvSpPr>
        <p:spPr>
          <a:xfrm>
            <a:off x="0" y="4772272"/>
            <a:ext cx="12005187" cy="2088654"/>
          </a:xfrm>
          <a:prstGeom prst="rtTriangle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Light" panose="000003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736810-2E90-5138-DFDF-33D8969C36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DAC2E4-41FF-9B55-7CB9-3B6189E9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93" y="2245518"/>
            <a:ext cx="7075021" cy="13255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6692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7DD5CD-ED7F-457D-BF84-2F962BB6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000" y="6492874"/>
            <a:ext cx="78474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F230B668-6BFA-F0C5-8331-5F723E24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732" y="426679"/>
            <a:ext cx="7846915" cy="400423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KoPubWorld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액자 5">
            <a:extLst>
              <a:ext uri="{FF2B5EF4-FFF2-40B4-BE49-F238E27FC236}">
                <a16:creationId xmlns:a16="http://schemas.microsoft.com/office/drawing/2014/main" id="{7C066BB5-5F71-78AC-5FF4-15CE23162A53}"/>
              </a:ext>
            </a:extLst>
          </p:cNvPr>
          <p:cNvSpPr/>
          <p:nvPr userDrawn="1"/>
        </p:nvSpPr>
        <p:spPr>
          <a:xfrm>
            <a:off x="0" y="0"/>
            <a:ext cx="12187064" cy="6858000"/>
          </a:xfrm>
          <a:prstGeom prst="frame">
            <a:avLst>
              <a:gd name="adj1" fmla="val 1667"/>
            </a:avLst>
          </a:prstGeom>
          <a:gradFill>
            <a:gsLst>
              <a:gs pos="86000">
                <a:srgbClr val="E1E6ED">
                  <a:alpha val="0"/>
                </a:srgbClr>
              </a:gs>
              <a:gs pos="0">
                <a:srgbClr val="E1E6E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Light" panose="00000300000000000000" pitchFamily="2" charset="-127"/>
            </a:endParaRPr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80C7874A-94FC-2FAD-C1E3-4188EA3F6EE4}"/>
              </a:ext>
            </a:extLst>
          </p:cNvPr>
          <p:cNvSpPr/>
          <p:nvPr userDrawn="1"/>
        </p:nvSpPr>
        <p:spPr>
          <a:xfrm>
            <a:off x="11809112" y="6430688"/>
            <a:ext cx="377952" cy="424140"/>
          </a:xfrm>
          <a:prstGeom prst="triangle">
            <a:avLst>
              <a:gd name="adj" fmla="val 100000"/>
            </a:avLst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Light" panose="00000300000000000000" pitchFamily="2" charset="-127"/>
            </a:endParaRP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9E00CDBA-4E80-40BE-2C8A-47801EC8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112" y="6489703"/>
            <a:ext cx="382888" cy="365125"/>
          </a:xfrm>
        </p:spPr>
        <p:txBody>
          <a:bodyPr lIns="36000" tIns="144000" rIns="36000" bIns="36000"/>
          <a:lstStyle>
            <a:lvl1pPr>
              <a:defRPr sz="1000" baseline="0">
                <a:solidFill>
                  <a:schemeClr val="bg1"/>
                </a:solidFill>
                <a:latin typeface="애터미 Bold" panose="020B0803000000000000" pitchFamily="50" charset="-127"/>
                <a:ea typeface="KoPub돋움체 Bold" panose="02020603020101020101" pitchFamily="18" charset="-127"/>
              </a:defRPr>
            </a:lvl1pPr>
          </a:lstStyle>
          <a:p>
            <a:fld id="{9D740F4C-C762-44BC-ACC5-C19DAA3E18D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C07AFF6-E7C0-DEA5-F111-19926D1CD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9249" y="179388"/>
            <a:ext cx="7847399" cy="24765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ko-KR" altLang="en-US" sz="1600" baseline="0" smtClean="0">
                <a:solidFill>
                  <a:srgbClr val="B9B9B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Light" panose="00000300000000000000" pitchFamily="2" charset="-127"/>
              </a:defRPr>
            </a:lvl1pPr>
            <a:lvl2pPr marL="457200" indent="0">
              <a:buNone/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57150" lvl="0" indent="-285750">
              <a:spcBef>
                <a:spcPct val="0"/>
              </a:spcBef>
            </a:pPr>
            <a:r>
              <a:rPr lang="ko-KR" altLang="en-US" dirty="0"/>
              <a:t>마스터 텍스트 스타일을 편집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9303880-CA77-07CA-0F2C-8D6F19AADD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9250" y="973138"/>
            <a:ext cx="11460163" cy="523875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8BFE7E0-BD71-532C-767E-DE326974F03C}"/>
              </a:ext>
            </a:extLst>
          </p:cNvPr>
          <p:cNvSpPr/>
          <p:nvPr userDrawn="1"/>
        </p:nvSpPr>
        <p:spPr>
          <a:xfrm>
            <a:off x="337931" y="877486"/>
            <a:ext cx="11516138" cy="59015"/>
          </a:xfrm>
          <a:prstGeom prst="roundRect">
            <a:avLst>
              <a:gd name="adj" fmla="val 48666"/>
            </a:avLst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8156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Light" panose="00000300000000000000" pitchFamily="2" charset="-127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Light" panose="00000300000000000000" pitchFamily="2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Light" panose="00000300000000000000" pitchFamily="2" charset="-127"/>
              </a:defRPr>
            </a:lvl1pPr>
          </a:lstStyle>
          <a:p>
            <a:pPr>
              <a:defRPr/>
            </a:pPr>
            <a:fld id="{D371AF04-DADD-482A-9C88-97CB803768A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5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16" r:id="rId2"/>
    <p:sldLayoutId id="2147483714" r:id="rId3"/>
    <p:sldLayoutId id="2147483715" r:id="rId4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KoPubWorld돋움체 Bold" panose="00000800000000000000" pitchFamily="2" charset="-127"/>
          <a:ea typeface="KoPubWorld돋움체 Bold" panose="00000800000000000000" pitchFamily="2" charset="-127"/>
          <a:cs typeface="KoPubWorld돋움체 Light" panose="00000300000000000000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KoPubWorld돋움체 Bold" panose="00000800000000000000" pitchFamily="2" charset="-127"/>
          <a:ea typeface="KoPubWorld돋움체 Bold" panose="00000800000000000000" pitchFamily="2" charset="-127"/>
          <a:cs typeface="KoPubWorld돋움체 Light" panose="00000300000000000000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KoPubWorld돋움체 Bold" panose="00000800000000000000" pitchFamily="2" charset="-127"/>
          <a:ea typeface="KoPubWorld돋움체 Bold" panose="00000800000000000000" pitchFamily="2" charset="-127"/>
          <a:cs typeface="KoPubWorld돋움체 Light" panose="00000300000000000000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KoPubWorld돋움체 Bold" panose="00000800000000000000" pitchFamily="2" charset="-127"/>
          <a:ea typeface="KoPubWorld돋움체 Bold" panose="00000800000000000000" pitchFamily="2" charset="-127"/>
          <a:cs typeface="KoPubWorld돋움체 Light" panose="00000300000000000000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KoPubWorld돋움체 Bold" panose="00000800000000000000" pitchFamily="2" charset="-127"/>
          <a:ea typeface="KoPubWorld돋움체 Bold" panose="00000800000000000000" pitchFamily="2" charset="-127"/>
          <a:cs typeface="KoPubWorld돋움체 Light" panose="00000300000000000000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KoPubWorld돋움체 Bold" panose="00000800000000000000" pitchFamily="2" charset="-127"/>
          <a:ea typeface="KoPubWorld돋움체 Bold" panose="00000800000000000000" pitchFamily="2" charset="-127"/>
          <a:cs typeface="KoPubWorld돋움체 Light" panose="00000300000000000000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F73BE049-D14A-4366-AC0D-FF255CDFD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8ADA55-2ACB-42BB-B6AB-C8150C1B2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40F4C-C762-44BC-ACC5-C19DAA3E18DF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9A58821-FBE4-4402-BD5C-B120F1DB3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08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5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KoPubWorld돋움체 Bold"/>
        <a:ea typeface="KoPubWorld돋움체 Bold"/>
        <a:cs typeface="DejaVu Sans"/>
      </a:majorFont>
      <a:minorFont>
        <a:latin typeface="KoPubWorld돋움체 Medium"/>
        <a:ea typeface="KoPubWorld돋움체 Light"/>
        <a:cs typeface="DejaVu Sans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</Words>
  <Application>Microsoft Office PowerPoint</Application>
  <PresentationFormat>와이드스크린</PresentationFormat>
  <Paragraphs>1</Paragraphs>
  <Slides>1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KoPubWorld돋움체 Bold</vt:lpstr>
      <vt:lpstr>KoPub돋움체 Bold</vt:lpstr>
      <vt:lpstr>애터미 Bold</vt:lpstr>
      <vt:lpstr>Arial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jhkung</dc:creator>
  <cp:lastModifiedBy>박주환 [대학원 / LIG넥스원 방산융합기술학과]</cp:lastModifiedBy>
  <cp:revision>1448</cp:revision>
  <dcterms:created xsi:type="dcterms:W3CDTF">2017-09-16T11:20:00Z</dcterms:created>
  <dcterms:modified xsi:type="dcterms:W3CDTF">2026-07-16T10:22:49Z</dcterms:modified>
  <cp:version/>
</cp:coreProperties>
</file>